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More Bits, More Room:</a:t>
            </a:r>
            <a:br/>
            <a:r>
              <a:t>High-Capacity Reversible Hiding in Encrypted HDR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study &amp; partial reproduction of Lin, Lin, Jao &amp; Tsai (PAA,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HDR images have high bit depth = lots of redundancy.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Great for high-capacity RDH.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Distribute shares to multiple participants.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Extend reversible data hiding to a challenging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Preserve security and exact recoverability.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Achieve high capacity / usability.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8-bit RDHEI (Zhang, Puteaux-Puech).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Multi-MSB 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HDR + multi-share (this paper).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 (paper)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multiple MSBs / leading zeros.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Label maps mark predictable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across encrypted shares; predict to recover.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20462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Encode/encrypt the source in the paper's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reversibly in the transformed representation.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payload; reconstruct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Domain-specific predictor / share / transform.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 embedding into predictable redundancy.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inverse for recovery.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Reproduction pipeline: a genuine small demo of the core idea.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 method needs resources unavailable in this workspace.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 (partial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Several bpp of room on 16-bit HDR.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Far above 8-bit's ~1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High-capacity premise reproduced.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20462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Brings RDH to a new, high-value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Security + reversibility together.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capacity / usability as reported.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 / Why full reproduction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Synthetic HDR only.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Encryption/sharing not built.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Real-data capacity not reproduced.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Real HDR datasets/formats.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Multi-share label maps.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 encryption.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Summarised the paper and reproduced its core idea in miniature.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 reproduction needs the missing models/data/system.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Lin et al. High-Capacity Encrypted HDR RDH. PAA 28,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 &amp; Puech. Multi-MSB RDHEI. IEEE TIFS 13(7), 2018.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Zhang. RDHEI. IEEE SPL 18(4),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